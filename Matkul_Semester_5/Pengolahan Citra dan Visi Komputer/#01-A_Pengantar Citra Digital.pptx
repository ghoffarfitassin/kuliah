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Tahoma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tmm8RHkR2BLFHq2mbRDCyfdWd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41ABBB-53CA-4799-A9D1-01C05FC69512}">
  <a:tblStyle styleId="{CC41ABBB-53CA-4799-A9D1-01C05FC695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Tahoma-regular.fntdata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font" Target="fonts/Tahom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gi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ID" sz="5300"/>
              <a:t>Pengolahan Citra Dan Visi Komputer</a:t>
            </a:r>
            <a:br>
              <a:rPr b="1" lang="en-ID"/>
            </a:br>
            <a:r>
              <a:rPr b="1" lang="en-ID" sz="5400"/>
              <a:t>PCVK</a:t>
            </a:r>
            <a:br>
              <a:rPr b="1" lang="en-ID" sz="5400"/>
            </a:br>
            <a:r>
              <a:rPr lang="en-ID"/>
              <a:t>RTI235007</a:t>
            </a:r>
            <a:endParaRPr b="1" sz="72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86416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D"/>
              <a:t>#01 – Kontak, Kontrak, Kriteria &amp; Sistem Evaluasi, Referensi</a:t>
            </a:r>
            <a:endParaRPr b="1" sz="15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ID" sz="1500">
                <a:latin typeface="Tahoma"/>
                <a:ea typeface="Tahoma"/>
                <a:cs typeface="Tahoma"/>
                <a:sym typeface="Tahoma"/>
              </a:rPr>
              <a:t>TEACHING TEAM 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ID" sz="1500">
                <a:latin typeface="Tahoma"/>
                <a:ea typeface="Tahoma"/>
                <a:cs typeface="Tahoma"/>
                <a:sym typeface="Tahoma"/>
              </a:rPr>
              <a:t>MATA KULIAH PENGOLAHAN CITRA DAN VISI KOMPUTER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D"/>
              <a:t>Kontak 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D"/>
              <a:t>Ulla Delfana Rosiani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D"/>
              <a:t>Whatsapp or SMS – 081217633502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D"/>
              <a:t>Email : rosiani@polinema.ac.id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3"/>
          <p:cNvGraphicFramePr/>
          <p:nvPr/>
        </p:nvGraphicFramePr>
        <p:xfrm>
          <a:off x="502023" y="7750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{CC41ABBB-53CA-4799-A9D1-01C05FC69512}</a:tableStyleId>
              </a:tblPr>
              <a:tblGrid>
                <a:gridCol w="1964000"/>
                <a:gridCol w="9223950"/>
              </a:tblGrid>
              <a:tr h="25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MINGGU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POKOK BAHASAN/BAHAN KAJIAN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446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Pengantar Citra Digital: Representasi, Karakteristik, dan Aplikasi dalam Visi Komputer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Operasi Dasar Pengolahan Citra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Analisis Intensitas dan Histogram Citra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Kuis 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Pemrosesan Spasial dan Ekstraksi Fitur Bentuk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Segmentasi Citra dengan Thresholding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Operasi Morfologi pada Citra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CM 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UTS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Dasar-dasar Deteksi Objek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Tahapan Perancangan Sistem Deteksi Objek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D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en-ID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  </a:t>
                      </a: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Perencanaan dan akuisisi data (pengambilan citra)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Modul :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en-ID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   </a:t>
                      </a: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Contoh akuisisi Data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Tahapan Perancangan Sistem Deteksi Objek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D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en-ID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  </a:t>
                      </a: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Preprocessing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D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Kuis 2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Tahapan Perancangan Sistem Deteksi Objek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D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en-ID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  </a:t>
                      </a: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Ekstraksi Fitur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Tahapan Perancangan Sistem Deteksi Objek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ID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·</a:t>
                      </a:r>
                      <a:r>
                        <a:rPr lang="en-ID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  </a:t>
                      </a: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Klasifikasi</a:t>
                      </a:r>
                      <a:r>
                        <a:rPr lang="en-ID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  <a:tr h="25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16-17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ID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CM 2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25" marB="0" marR="4625" marL="4625" anchor="ctr"/>
                </a:tc>
              </a:tr>
            </a:tbl>
          </a:graphicData>
        </a:graphic>
      </p:graphicFrame>
      <p:sp>
        <p:nvSpPr>
          <p:cNvPr id="97" name="Google Shape;97;p3"/>
          <p:cNvSpPr txBox="1"/>
          <p:nvPr/>
        </p:nvSpPr>
        <p:spPr>
          <a:xfrm>
            <a:off x="-215153" y="147029"/>
            <a:ext cx="43478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D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KONTRAK KULIAH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/>
        </p:nvSpPr>
        <p:spPr>
          <a:xfrm>
            <a:off x="421342" y="66675"/>
            <a:ext cx="10533529" cy="379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ID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Method :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ID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Mahasiswa dibagi menjadi kelompok yang beranggotakan 3-4 Mahasiswa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ID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Setiap kelompok akan mengerjakan salah satu topik studi kasus berikut 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D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Deteksi buah 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D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Deteksi sayur 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D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Deteksi rempah 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D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Deteksi wajah manusia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D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Deteksi jenis Daun 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D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Deteksi batik</a:t>
            </a:r>
            <a:endParaRPr/>
          </a:p>
          <a:p>
            <a:pPr indent="-1143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D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Sensing 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ID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Perbedaan dengan CM1 mahasiswa menggunakan data hasil akuisisi data yang dilakukan pada minggu 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br>
              <a:rPr b="0" i="0" lang="en-ID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663" y="3862585"/>
            <a:ext cx="6426711" cy="268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http://www.imageprocessingplace.com/DIP-3E/dip3e_images/book_cover_DIP3E_75%25.gif"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836" y="834440"/>
            <a:ext cx="5073247" cy="616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2305" y="249215"/>
            <a:ext cx="5037317" cy="6396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2015-09-08T14:40:32Z</dcterms:created>
  <dc:creator>rosa andrie</dc:creator>
</cp:coreProperties>
</file>